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5" autoAdjust="0"/>
    <p:restoredTop sz="94660"/>
  </p:normalViewPr>
  <p:slideViewPr>
    <p:cSldViewPr snapToGrid="0">
      <p:cViewPr varScale="1">
        <p:scale>
          <a:sx n="93" d="100"/>
          <a:sy n="93" d="100"/>
        </p:scale>
        <p:origin x="84" y="1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A36B8-46DD-3573-7F6B-C640E0A542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61311A-7C20-FF50-87FC-98548960E9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970F99-DB5C-B96B-2146-859F1269C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91A31-F306-41A3-8892-2B03CCC01778}" type="datetimeFigureOut">
              <a:rPr lang="en-SG" smtClean="0"/>
              <a:t>26/11/2025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20CA6D-817C-80C8-C6D3-547585356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DE716-54EA-4BDA-8D5A-149234CE0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34D0E-9764-40F2-AA47-8C476079C76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22639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BCBA3D-7625-8B3F-0AA4-D60379C3A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240A1B-B3BA-2BBE-7E90-DC7F3D756E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0E224-6022-F6C2-6C9E-9FE1C3396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91A31-F306-41A3-8892-2B03CCC01778}" type="datetimeFigureOut">
              <a:rPr lang="en-SG" smtClean="0"/>
              <a:t>26/11/2025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FB150-2FF7-BADE-3E05-C31F62AEB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B14428-D41B-F9C2-B669-557745568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34D0E-9764-40F2-AA47-8C476079C76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132005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095E7-70A0-30EC-548B-D4421E89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3AE236-52D9-173A-5D62-2C5C10BACB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B1FD-036C-2F1A-55CA-B35A96C34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91A31-F306-41A3-8892-2B03CCC01778}" type="datetimeFigureOut">
              <a:rPr lang="en-SG" smtClean="0"/>
              <a:t>26/11/2025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21529-64DB-3495-57C4-F610BBAD3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CF573C-6095-6E9C-561B-99EE6EFA0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34D0E-9764-40F2-AA47-8C476079C76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87190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F6E326-3BB9-9967-91B6-9205317FF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C91BC-55C0-88D4-2A67-F1C14738BA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797CD7-AF42-AD1E-8408-976CB30696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762620-2BA8-66D2-1E73-02C6926AE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91A31-F306-41A3-8892-2B03CCC01778}" type="datetimeFigureOut">
              <a:rPr lang="en-SG" smtClean="0"/>
              <a:t>26/11/2025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4DC39D-2237-EA5B-D19B-638FCF5C7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7C9B14-3019-E167-A922-35D0545B8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34D0E-9764-40F2-AA47-8C476079C76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482196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9201E-54C5-649F-E7DA-63E2B176B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B2ABE4-2DDD-C4C7-5810-58C0E44D7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6935C3-757B-5EFA-49BD-D7743F35E3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783503B-CBD7-A725-D5B3-675F460128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5C9475-FBEE-B802-59CF-4D7CFC7CC6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E92CED-C147-51D7-C463-164CFD830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91A31-F306-41A3-8892-2B03CCC01778}" type="datetimeFigureOut">
              <a:rPr lang="en-SG" smtClean="0"/>
              <a:t>26/11/2025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700001-50D1-5A81-099D-082F1DD13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142A26-53FD-AE03-66C4-8C172AE63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34D0E-9764-40F2-AA47-8C476079C76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515882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E94894-F8AF-C2E6-6F0E-044CA36E1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F89C46-E6BE-5E33-15B0-7A91E64C1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91A31-F306-41A3-8892-2B03CCC01778}" type="datetimeFigureOut">
              <a:rPr lang="en-SG" smtClean="0"/>
              <a:t>26/11/2025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ED1C86-5862-634B-DF58-5C606E0FFC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20BE9C-6730-E4B1-0DEF-6B392A014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34D0E-9764-40F2-AA47-8C476079C76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12001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D0882B-A6CB-6C75-5BDE-971E73CCF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91A31-F306-41A3-8892-2B03CCC01778}" type="datetimeFigureOut">
              <a:rPr lang="en-SG" smtClean="0"/>
              <a:t>26/11/2025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CC56E4-2E7B-7552-54EB-90A7220F7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B90844-30D6-99E1-F10E-5B889477B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34D0E-9764-40F2-AA47-8C476079C76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89185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F80C8-539E-5BDD-B5ED-2D78EDE3F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F0C54-7D00-1020-5ED8-E64C1AE28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B85665-01A4-4D38-25AF-74F24BC1F4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D4678-9A13-F2C4-8D60-72BE528BA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91A31-F306-41A3-8892-2B03CCC01778}" type="datetimeFigureOut">
              <a:rPr lang="en-SG" smtClean="0"/>
              <a:t>26/11/2025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927F53-3410-B90C-036E-8D06C1606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42E528-1A71-E1DD-EAA7-B0AF232C7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34D0E-9764-40F2-AA47-8C476079C76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83815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8C072-2757-D637-590D-15FEDD003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8449BE-6F0A-1BBD-EE14-B476C36FD6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A43377-AF59-ACF8-D4DE-EC0CE38C29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062DEB-4D29-D4EE-71E7-23A46A1F8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91A31-F306-41A3-8892-2B03CCC01778}" type="datetimeFigureOut">
              <a:rPr lang="en-SG" smtClean="0"/>
              <a:t>26/11/2025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0CE51-FB8A-19C6-5F42-09753AF72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C428D2-25F3-67C2-99E2-4755C948A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34D0E-9764-40F2-AA47-8C476079C76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06911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B41BB-1769-FA4E-4817-82D28070A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099225-7BA2-1CC3-AC98-C86F894F3D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70F5E-8F93-434C-9CAC-5B12E5379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91A31-F306-41A3-8892-2B03CCC01778}" type="datetimeFigureOut">
              <a:rPr lang="en-SG" smtClean="0"/>
              <a:t>26/11/2025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D147F-4A27-2A8D-7F1E-2C3119A48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62FD8-7B01-8164-9352-1D0BD4313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34D0E-9764-40F2-AA47-8C476079C76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46990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7C385F-C9D3-8BE6-226E-59BD89126F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583883-8573-E472-8067-E8849A3617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777973-FE43-5211-6F55-E88FF34CC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991A31-F306-41A3-8892-2B03CCC01778}" type="datetimeFigureOut">
              <a:rPr lang="en-SG" smtClean="0"/>
              <a:t>26/11/2025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43FC0B-6401-8079-A85D-0C32153EF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A5283-A099-E179-04FB-B5BC75B6D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434D0E-9764-40F2-AA47-8C476079C76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68764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D991C9-0F8C-ED11-9101-61D197A6C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272A72-063B-197E-0861-69C7264028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6AF7A-64F6-BCBA-F7CC-CF3990E50D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991A31-F306-41A3-8892-2B03CCC01778}" type="datetimeFigureOut">
              <a:rPr lang="en-SG" smtClean="0"/>
              <a:t>26/11/2025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FDB981-BEC7-4317-C506-010682BE6B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A0F5E7-2EE6-BC9A-F716-31750C3DD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434D0E-9764-40F2-AA47-8C476079C768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79870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E5A2000-8B37-BAB8-9EDC-720300455AE0}"/>
              </a:ext>
            </a:extLst>
          </p:cNvPr>
          <p:cNvSpPr/>
          <p:nvPr/>
        </p:nvSpPr>
        <p:spPr>
          <a:xfrm>
            <a:off x="1102659" y="2057400"/>
            <a:ext cx="1963270" cy="1371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Daddy’s Computer</a:t>
            </a:r>
          </a:p>
          <a:p>
            <a:pPr algn="ctr"/>
            <a:endParaRPr lang="en-SG" dirty="0"/>
          </a:p>
          <a:p>
            <a:pPr algn="ctr"/>
            <a:r>
              <a:rPr lang="en-SG" dirty="0"/>
              <a:t>Internet Browser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9028E8-EF3E-D318-9290-405E96D7DC89}"/>
              </a:ext>
            </a:extLst>
          </p:cNvPr>
          <p:cNvSpPr txBox="1"/>
          <p:nvPr/>
        </p:nvSpPr>
        <p:spPr>
          <a:xfrm>
            <a:off x="601895" y="3607940"/>
            <a:ext cx="36196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200" dirty="0"/>
              <a:t>Type https://davidattenborough100countdown.com/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B80284E-38D1-6F8D-05CB-2698075816FD}"/>
              </a:ext>
            </a:extLst>
          </p:cNvPr>
          <p:cNvSpPr/>
          <p:nvPr/>
        </p:nvSpPr>
        <p:spPr>
          <a:xfrm>
            <a:off x="4712310" y="2057400"/>
            <a:ext cx="1963270" cy="1371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Webserver</a:t>
            </a:r>
          </a:p>
          <a:p>
            <a:pPr algn="ctr"/>
            <a:endParaRPr lang="en-SG" dirty="0"/>
          </a:p>
          <a:p>
            <a:pPr algn="ctr"/>
            <a:r>
              <a:rPr lang="en-SG" dirty="0"/>
              <a:t>Webpage lives here (.html)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6065C7A-ED2C-8310-509E-949B7F1B0FEC}"/>
              </a:ext>
            </a:extLst>
          </p:cNvPr>
          <p:cNvCxnSpPr>
            <a:cxnSpLocks/>
          </p:cNvCxnSpPr>
          <p:nvPr/>
        </p:nvCxnSpPr>
        <p:spPr>
          <a:xfrm>
            <a:off x="3279117" y="2404994"/>
            <a:ext cx="1220006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EF34DFE-F653-6C0E-C5A3-E69EB37F2CE1}"/>
              </a:ext>
            </a:extLst>
          </p:cNvPr>
          <p:cNvCxnSpPr>
            <a:cxnSpLocks/>
          </p:cNvCxnSpPr>
          <p:nvPr/>
        </p:nvCxnSpPr>
        <p:spPr>
          <a:xfrm flipH="1">
            <a:off x="3279117" y="3286856"/>
            <a:ext cx="1220006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DDF8463-93E6-E091-7783-9F1FAF356EB7}"/>
              </a:ext>
            </a:extLst>
          </p:cNvPr>
          <p:cNvSpPr txBox="1"/>
          <p:nvPr/>
        </p:nvSpPr>
        <p:spPr>
          <a:xfrm>
            <a:off x="343459" y="3561773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1.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CF051E-9516-830F-C469-D1AA5E3BB56D}"/>
              </a:ext>
            </a:extLst>
          </p:cNvPr>
          <p:cNvSpPr txBox="1"/>
          <p:nvPr/>
        </p:nvSpPr>
        <p:spPr>
          <a:xfrm>
            <a:off x="3331917" y="1767263"/>
            <a:ext cx="12942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2. Request </a:t>
            </a:r>
          </a:p>
          <a:p>
            <a:r>
              <a:rPr lang="en-SG" dirty="0"/>
              <a:t>webpage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F42D32-A770-6D42-60BC-EEF06E58805C}"/>
              </a:ext>
            </a:extLst>
          </p:cNvPr>
          <p:cNvSpPr txBox="1"/>
          <p:nvPr/>
        </p:nvSpPr>
        <p:spPr>
          <a:xfrm>
            <a:off x="3331917" y="2603729"/>
            <a:ext cx="10864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5. Send </a:t>
            </a:r>
          </a:p>
          <a:p>
            <a:r>
              <a:rPr lang="en-SG" dirty="0"/>
              <a:t>webpage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15D850-28B4-BA54-D418-252ADB2D57DF}"/>
              </a:ext>
            </a:extLst>
          </p:cNvPr>
          <p:cNvSpPr txBox="1"/>
          <p:nvPr/>
        </p:nvSpPr>
        <p:spPr>
          <a:xfrm>
            <a:off x="343459" y="3977272"/>
            <a:ext cx="373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6.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ABE167-D4D5-2285-9FA5-063F4C945A78}"/>
              </a:ext>
            </a:extLst>
          </p:cNvPr>
          <p:cNvSpPr txBox="1"/>
          <p:nvPr/>
        </p:nvSpPr>
        <p:spPr>
          <a:xfrm>
            <a:off x="601895" y="4023438"/>
            <a:ext cx="25011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200" dirty="0"/>
              <a:t>Daddy’s computer shows webpage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CE8146-B88B-241F-E2AE-A12790D8C7D7}"/>
              </a:ext>
            </a:extLst>
          </p:cNvPr>
          <p:cNvSpPr/>
          <p:nvPr/>
        </p:nvSpPr>
        <p:spPr>
          <a:xfrm>
            <a:off x="4712310" y="3607940"/>
            <a:ext cx="1963270" cy="69249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SG" sz="1200" dirty="0"/>
              <a:t>Countdown clock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SG" sz="1200" dirty="0"/>
              <a:t>Photos that change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SG" sz="1200" dirty="0"/>
              <a:t>Celebration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CFD366B-5483-CD16-EBDC-8FF03FD6ED8E}"/>
              </a:ext>
            </a:extLst>
          </p:cNvPr>
          <p:cNvSpPr/>
          <p:nvPr/>
        </p:nvSpPr>
        <p:spPr>
          <a:xfrm>
            <a:off x="8321961" y="4479377"/>
            <a:ext cx="1963270" cy="98234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SG" sz="1200" dirty="0"/>
              <a:t>Remember how many people have been to the site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SG" sz="1200" dirty="0"/>
              <a:t>Remember birthday wishes for Sir David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DE99D6A-D323-0913-88E7-517191161B3D}"/>
              </a:ext>
            </a:extLst>
          </p:cNvPr>
          <p:cNvSpPr/>
          <p:nvPr/>
        </p:nvSpPr>
        <p:spPr>
          <a:xfrm>
            <a:off x="8321961" y="2057400"/>
            <a:ext cx="1963270" cy="1371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dirty="0"/>
              <a:t>Database</a:t>
            </a:r>
          </a:p>
          <a:p>
            <a:pPr algn="ctr"/>
            <a:endParaRPr lang="en-SG" dirty="0"/>
          </a:p>
          <a:p>
            <a:pPr algn="ctr"/>
            <a:r>
              <a:rPr lang="en-SG" dirty="0"/>
              <a:t>Remembers stuff that changes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4D5289B-3846-49D4-65E1-CE32061B3DCB}"/>
              </a:ext>
            </a:extLst>
          </p:cNvPr>
          <p:cNvSpPr/>
          <p:nvPr/>
        </p:nvSpPr>
        <p:spPr>
          <a:xfrm>
            <a:off x="4712310" y="4479377"/>
            <a:ext cx="1963270" cy="98234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SG" sz="1200" dirty="0"/>
              <a:t>Show how many people have been to the site</a:t>
            </a: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SG" sz="1200" dirty="0"/>
              <a:t>Show / Add birthday wishes for Sir David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BA81C4D-E5DB-E614-5B63-21330312612C}"/>
              </a:ext>
            </a:extLst>
          </p:cNvPr>
          <p:cNvCxnSpPr>
            <a:cxnSpLocks/>
          </p:cNvCxnSpPr>
          <p:nvPr/>
        </p:nvCxnSpPr>
        <p:spPr>
          <a:xfrm>
            <a:off x="6888767" y="2408399"/>
            <a:ext cx="1220006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3B36E842-6DA0-A61A-F589-F3DEC7C1F948}"/>
              </a:ext>
            </a:extLst>
          </p:cNvPr>
          <p:cNvCxnSpPr>
            <a:cxnSpLocks/>
          </p:cNvCxnSpPr>
          <p:nvPr/>
        </p:nvCxnSpPr>
        <p:spPr>
          <a:xfrm flipH="1">
            <a:off x="6888767" y="3290261"/>
            <a:ext cx="1220006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DCFB73C-5E4A-C011-4489-79F802E1247A}"/>
              </a:ext>
            </a:extLst>
          </p:cNvPr>
          <p:cNvSpPr txBox="1"/>
          <p:nvPr/>
        </p:nvSpPr>
        <p:spPr>
          <a:xfrm>
            <a:off x="6941567" y="1770668"/>
            <a:ext cx="110959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3. Check </a:t>
            </a:r>
          </a:p>
          <a:p>
            <a:r>
              <a:rPr lang="en-SG" dirty="0"/>
              <a:t>memory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94F31F4-C757-DAF1-F478-81CE04B93D3A}"/>
              </a:ext>
            </a:extLst>
          </p:cNvPr>
          <p:cNvSpPr txBox="1"/>
          <p:nvPr/>
        </p:nvSpPr>
        <p:spPr>
          <a:xfrm>
            <a:off x="6941567" y="2607134"/>
            <a:ext cx="11929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dirty="0"/>
              <a:t>4. Send </a:t>
            </a:r>
          </a:p>
          <a:p>
            <a:r>
              <a:rPr lang="en-SG" dirty="0"/>
              <a:t>memories</a:t>
            </a:r>
          </a:p>
        </p:txBody>
      </p:sp>
    </p:spTree>
    <p:extLst>
      <p:ext uri="{BB962C8B-B14F-4D97-AF65-F5344CB8AC3E}">
        <p14:creationId xmlns:p14="http://schemas.microsoft.com/office/powerpoint/2010/main" val="124429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85</Words>
  <Application>Microsoft Office PowerPoint</Application>
  <PresentationFormat>Widescreen</PresentationFormat>
  <Paragraphs>28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Ian Hamilton</dc:creator>
  <cp:lastModifiedBy>Ian Hamilton</cp:lastModifiedBy>
  <cp:revision>3</cp:revision>
  <dcterms:created xsi:type="dcterms:W3CDTF">2025-11-25T23:22:15Z</dcterms:created>
  <dcterms:modified xsi:type="dcterms:W3CDTF">2025-11-25T23:45:06Z</dcterms:modified>
</cp:coreProperties>
</file>